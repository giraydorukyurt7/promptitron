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3D5EC-7525-251C-612F-9947C8B63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DA80D9-A5C8-1A6A-BB1B-C66EAC4274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8A06D-4ADB-6123-4A02-03576A9EC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0BFB-44B1-4EE0-AEAB-0CB8DBA0C835}" type="datetimeFigureOut">
              <a:rPr lang="tr-TR" smtClean="0"/>
              <a:t>26.03.2026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F714A-1802-309B-DA8B-E49670D9A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DCC9C-F1BC-301F-E33A-2C68ED707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AFF8E-7440-483A-8E50-E25EBBB406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56838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DC955-AB5A-3060-C8C6-62FD2DF4F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A4347-B91B-D786-7EE8-74523AD44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29D26-3CED-B2A1-EF03-0F245F6C5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0BFB-44B1-4EE0-AEAB-0CB8DBA0C835}" type="datetimeFigureOut">
              <a:rPr lang="tr-TR" smtClean="0"/>
              <a:t>26.03.2026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987E7-E421-8C75-2BA3-98855E0AE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5AF05-78A6-870E-332F-100BB75AC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AFF8E-7440-483A-8E50-E25EBBB406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72524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2C1D4-212B-92A0-B920-1E166E5FC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4A040-4C16-49C6-C9E0-FA337331B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65751-C0D9-0DB7-9999-9261BEC81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0BFB-44B1-4EE0-AEAB-0CB8DBA0C835}" type="datetimeFigureOut">
              <a:rPr lang="tr-TR" smtClean="0"/>
              <a:t>26.03.2026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5C06B-D8F7-8C17-01CC-47D3CDAD7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97B63-E8F4-C372-60BC-57D04033D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AFF8E-7440-483A-8E50-E25EBBB406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07654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113F8-6DD2-7F37-D261-A994CB434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0743D-8517-275D-CE56-4C96AF8C35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8A081E-731A-734F-74B1-51AF45A7D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84006-1080-2CC3-DA6A-1D2DE6D8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0BFB-44B1-4EE0-AEAB-0CB8DBA0C835}" type="datetimeFigureOut">
              <a:rPr lang="tr-TR" smtClean="0"/>
              <a:t>26.03.2026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DA8710-7CB7-9EDE-1243-A3FF860BC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048FA7-5B53-2D2E-A27B-C8C679F12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AFF8E-7440-483A-8E50-E25EBBB406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93055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FB33E-7AFF-A1FF-B535-F782F37AC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8CD74-CE6B-8AE3-183E-87FF5D012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6C15F-8172-BCAE-C68C-814F63BAD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0E4494-B167-AE4C-A570-511F0ACC77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7C7ECA-EF94-FF96-738A-4C7E5EAFA8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868A8-EE35-B74B-FF08-DCF324B42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0BFB-44B1-4EE0-AEAB-0CB8DBA0C835}" type="datetimeFigureOut">
              <a:rPr lang="tr-TR" smtClean="0"/>
              <a:t>26.03.2026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023B48-866D-AE45-A634-04946CD45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DD9928-396E-D606-3D64-C839A90B1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AFF8E-7440-483A-8E50-E25EBBB406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63270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20FD0-D1FE-1639-FA13-CB73CE8E9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577CD3-378E-3E4E-8B3E-1A0BC1075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0BFB-44B1-4EE0-AEAB-0CB8DBA0C835}" type="datetimeFigureOut">
              <a:rPr lang="tr-TR" smtClean="0"/>
              <a:t>26.03.2026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31E224-8387-D154-84BF-C958E8B79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381B3D-71A7-B722-4B78-53CA2CE9D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AFF8E-7440-483A-8E50-E25EBBB406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25692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A56709-241D-1A7F-6A59-06ACA2AE5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0BFB-44B1-4EE0-AEAB-0CB8DBA0C835}" type="datetimeFigureOut">
              <a:rPr lang="tr-TR" smtClean="0"/>
              <a:t>26.03.2026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4F82F8-D73B-03CC-2DB4-B13F0A807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45BA6-0051-ADE2-BC2E-098558D0A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AFF8E-7440-483A-8E50-E25EBBB406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86915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BEA0A-B060-E51E-1802-FBF35084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13367-5E05-1925-65C3-C06881CFD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3B3928-0FBA-E5CC-0119-6292DC772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609B19-0C7B-1655-A46E-67CB17995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0BFB-44B1-4EE0-AEAB-0CB8DBA0C835}" type="datetimeFigureOut">
              <a:rPr lang="tr-TR" smtClean="0"/>
              <a:t>26.03.2026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86F984-CE71-5467-2974-E343214B0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F3726-6857-648B-6278-19863B1DB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AFF8E-7440-483A-8E50-E25EBBB406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09039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B1BD6-612A-D3D1-8361-A87C4368A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1788B2-DC46-E0C7-1946-56B6AD58F2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869B11-11BE-0AAA-01D3-EFEED0138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A46E25-2339-7513-FF83-1CCC2EA1E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0BFB-44B1-4EE0-AEAB-0CB8DBA0C835}" type="datetimeFigureOut">
              <a:rPr lang="tr-TR" smtClean="0"/>
              <a:t>26.03.2026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7A48F5-F78C-D30F-8E56-DF00471C3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7C044-5A1C-BF60-2BBC-B5E27F64D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AFF8E-7440-483A-8E50-E25EBBB406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96584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87733-11E1-362A-81A2-B0AC38546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E0FD78-A570-C7F9-CCC5-4CAB4EA9F7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86F05-D6B4-2BAD-750F-F51954756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0BFB-44B1-4EE0-AEAB-0CB8DBA0C835}" type="datetimeFigureOut">
              <a:rPr lang="tr-TR" smtClean="0"/>
              <a:t>26.03.2026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5C0C-83C4-1183-16FF-D78BCB585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687E0-F294-F271-A1F5-40F7AADCB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AFF8E-7440-483A-8E50-E25EBBB406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72111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82DA6C-05F7-B429-64A9-9725AF0B89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5DA8E-04B2-4957-94F7-F87CD5F194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B86E3-DC58-6EC7-EB86-641666CE4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0BFB-44B1-4EE0-AEAB-0CB8DBA0C835}" type="datetimeFigureOut">
              <a:rPr lang="tr-TR" smtClean="0"/>
              <a:t>26.03.2026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D58F3-CA6A-F81A-6399-82FBB6850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F0EBD-88A4-E68D-4B90-8E77E92A0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AFF8E-7440-483A-8E50-E25EBBB406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45325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BBD8F2-889E-68AE-C8CD-1A77BE6BC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9AE32-0C4E-95F6-4FC7-D734EB5BC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80A24-7E4E-BF10-9AE6-2A442AB232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010BFB-44B1-4EE0-AEAB-0CB8DBA0C835}" type="datetimeFigureOut">
              <a:rPr lang="tr-TR" smtClean="0"/>
              <a:t>26.03.2026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C90D0-8945-37BD-5701-55AACFFE7C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4C654-E4DF-88EA-0103-C10CFAC905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8AFF8E-7440-483A-8E50-E25EBBB406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59027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C98D10-5F37-39A8-DC98-C329E95C9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5" b="1155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936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D4D989-5A19-3100-CB4F-3097E12E2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064" y="457200"/>
            <a:ext cx="947187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86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46BF65-74D0-84BB-09B0-153046B2E3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12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933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95C157-E914-7C65-1AD0-250777677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AB3E1A-8B26-4DDE-1602-22F85A45CC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024" y="457200"/>
            <a:ext cx="954795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708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A020D4-EAA3-EF40-1C8C-A20B2A619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57A97A-7D94-05A5-2743-14F5FC9F61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80" b="1219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716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2D9BF8-B4DB-8070-6DED-5BEEF47D8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B3C811-B608-8FB9-6008-8E6F51459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024" y="457200"/>
            <a:ext cx="954795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125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5E00A9-1FBF-85B5-E303-5BFE45E7E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4E089F-AC9A-131B-94B5-239DEE03CF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12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272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025F2E-EF35-9B55-1598-56D916D6D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F72351-7922-7269-E7F9-BE968C4D3B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064" y="457200"/>
            <a:ext cx="947187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848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24450C-DCB8-A048-84B2-F2299563D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90B65A-EB7F-68EF-D4E2-E3EA5D0DC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32" b="7379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28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D2637D-1964-B7ED-A857-05ABDDD07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CC0BC6-93E8-ABEC-147D-CFE04363A9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857" y="457200"/>
            <a:ext cx="9434285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260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001DA9-F8CF-C6EB-9A2A-51632C7CF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0B59D1-A5D3-9E5D-3095-D8ED108145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74" b="2137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676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5918C4-811F-C687-4CF1-7E1801083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3F888C-DEB5-0C38-E7EC-12643A4E0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120" y="457200"/>
            <a:ext cx="950976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008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07F69E-ADCE-CF20-A649-45E27040C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FB14CD-5DCC-8BC7-9480-F603DD557D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9" b="1540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759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9DB56D-0F58-DA13-DBAA-DD3A8AE6C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92CF6D-0CDE-7652-B0DB-89ADCFB98F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024" y="457200"/>
            <a:ext cx="954795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752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42D6C4-6636-BA64-D3F8-191C7E199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59FBB5-3D7D-B2CF-82F1-F8E94914F8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38" b="6274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704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077069-D48E-B0A6-BFB9-8993CB620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157F4A-1D1C-D5B1-C368-51A808D35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064" y="457200"/>
            <a:ext cx="947187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160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6D5EB2-FA06-8474-D695-B73D0DE66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13AACC-25D3-C14A-9E57-F5321158A9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6" b="1371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342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C5742F-5C33-4A24-FDBE-C7D9002D5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A33CCC-B9B0-F9F7-086F-189AC64A0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064" y="457200"/>
            <a:ext cx="947187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0914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ADAFD3-81C0-8AFA-78C5-F55AC66E3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E4E0DF-2E64-B183-DD3E-4280D8A48F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12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694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2645EE-5136-B72F-B241-E66341367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CC3AAD-990F-3A51-14B6-14449F9D33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502" y="457200"/>
            <a:ext cx="9396996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2498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4AB312-5311-BFEA-0AB2-D13C428FC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3C8B70-C8BD-471A-0525-375458773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345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52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8BB737-2F3C-50A4-B0A2-B005EE983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1A0354-288B-E1E4-B266-F24FCA6E6A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120" y="457200"/>
            <a:ext cx="950976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066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FE5CDA-F559-EBE0-D7CE-DE232803F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73E612-DC2C-EB77-2DA1-D7ADF9A8B9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3" b="13464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1949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DF57F5-1AD0-CFEF-CBEB-3CECD2B99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B57369-A4DB-4AD1-E959-88636192C3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9333" y="457200"/>
            <a:ext cx="6773333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59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Giray Doruk Yurtseven</dc:creator>
  <cp:lastModifiedBy>Giray Doruk Yurtseven</cp:lastModifiedBy>
  <cp:revision>1</cp:revision>
  <dcterms:created xsi:type="dcterms:W3CDTF">2026-03-26T11:10:03Z</dcterms:created>
  <dcterms:modified xsi:type="dcterms:W3CDTF">2026-03-26T11:14:24Z</dcterms:modified>
</cp:coreProperties>
</file>